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0" y="73152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Qual.IA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Génération automatique de documents
qualité industriels par l'IA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MVP v1.1  ·  Horlogerie  ·  Céramique  ·  Multi-secteur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137160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3502151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Claude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474720"/>
            <a:ext cx="1261872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3502151"/>
            <a:ext cx="12618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474720"/>
            <a:ext cx="115214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502151"/>
            <a:ext cx="11521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ISO 9001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Le problème aujourd'hui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Rédiger des documents qualité est lent, risqué et non traçable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35024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Rédiger une AMDEC Produit + Process + Gamme = 2 à 3 jours de travail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02536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20824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Risque d'erreur humaine élevé (copier-coller entre fichiers Excel)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06624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Chaque nouveau produit recommence from scratch — aucune capitalisation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74136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92424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Pas de workflow de validation : qui a approuvé ? quand ?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59936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78224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 connaissance qualité est bloquée dans des fichiers individuels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Qual.IA —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L'IA adapte des documents validés. Elle n'invente pas.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L'IA adapte les documents d'une référence validée existante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7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399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AMDEC Produit + AMDEC Process + Gamme générés en 30 secondes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8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Aucune invention : l'IA adapte uniquement ce qui change (cotes, traitements)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3814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65575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Base de connaissances qui s'enrichit à chaque produit validé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4223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9664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Workflow intégré : BT → Qualité → Direction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Stack léger, déployable localement ou en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52728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🖥  Frontend —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Interface web locale (navigateur)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9967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pages de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9736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Nouveau produit / Import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Workflow / Gestion de la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1927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Tableaux éditables cellule par cellule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49039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Upload PDF (plan technique)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1252728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⚙  Backend —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0020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Claude API (claude-sonnet-4-6)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029967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 documents en 1 appel groupé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59736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Claude Vision — lecture plans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889504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Stockage JSON (pas de base 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31927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Sauvegarde automatique quotidienne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749039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Multi-catégories isolées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56032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Comment ça 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6 étapes du brief client au document validé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1344168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Brief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Diamètre, matière, traitements, tolérances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26080"/>
            <a:ext cx="27432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3035808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Import plan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Claude Vision pré-remplit le formulaire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34440"/>
            <a:ext cx="27432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3441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0B981"/>
                </a:solidFill>
                <a:latin typeface="Calibr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1344168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Similarité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82880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Trouve la meilleure référence source (score 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26080"/>
            <a:ext cx="27432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03580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0B981"/>
                </a:solidFill>
                <a:latin typeface="Calibri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3035808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Génération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52044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AMDEC Produit + Process + Gamme en 30 sec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234440"/>
            <a:ext cx="27432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3441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7" y="1344168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Révision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Édition cellule par cellule dans l'interface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926080"/>
            <a:ext cx="27432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3580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035808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Sauvegarde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24688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Devient nouvelle référence dans la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Moteur de similarité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Trouve automatiquement la meilleure référence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8872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Diamètre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1828800"/>
            <a:ext cx="11887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10972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798064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Matière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95344" y="2011680"/>
            <a:ext cx="1188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0972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798064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Traitements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14416" y="2377440"/>
            <a:ext cx="1188720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10972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94A3B8"/>
                </a:solidFill>
                <a:latin typeface="Calibri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798064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Épaisseur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560320"/>
            <a:ext cx="118872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10972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94A3B8"/>
                </a:solidFill>
                <a:latin typeface="Calibri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98064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Tolérance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26517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493008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✅ &gt; 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913632"/>
            <a:ext cx="228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Mode automatique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383280"/>
            <a:ext cx="26517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3493008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⚠ 60–85%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913632"/>
            <a:ext cx="228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Avertissement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383280"/>
            <a:ext cx="26517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493008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🔧 &lt; 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913632"/>
            <a:ext cx="228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Choix manuel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Génération de variantes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Même produit, traitements différents → N articles en 1 fois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Cas d'usage 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931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MA696.361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627632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Glace Ø31mm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0195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+ Métallisation CN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3931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50592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MB696.361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450592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Glace Ø31mm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2491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+ Métallisation 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3931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73552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MC696.361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273552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Glace Ø31mm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54787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+ Métallisation CC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234440"/>
            <a:ext cx="40233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1344168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💡 Comment faire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69164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Dans le brief client, cocher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075688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« Générer plusieurs variantes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459736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Ajouter 1 ligne par variante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843784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N° article + traitements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227832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Désignation client (optionnel)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61188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appels API pour N variantes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995928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(pas N×3 — optimisation ÷N)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379976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Export Excel de tous les dossiers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Import de plan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Claude Vision lit le plan et pré-remplit le formulaire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371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0" i="0">
                <a:solidFill>
                  <a:srgbClr val="3B82F6"/>
                </a:solidFill>
                <a:latin typeface="Calibri"/>
              </a:rP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PDF / PNG / 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Plan technique industriel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↳ Diamètre + épaisseur (± tolérances)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↳ Type de produit et matière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95344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↳ Traitements de surface (CN, AR, PVD…)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42816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↳ Désignation du cartouche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517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1546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 clic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188720"/>
            <a:ext cx="40233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1298448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Formulaire pré-rempli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664208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Diamètre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66420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31.00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30552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Tolérance Ø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30552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± 0.05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596896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Épaisseur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96896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2.50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06324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Matière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Saphir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529584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Type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29584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Glace ronde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995928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Traitements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9592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CN + AR double 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Workflow de validation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Traçabilité complète de la création à la libération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207008"/>
            <a:ext cx="1188720" cy="118872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9572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Brouillon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1207008"/>
            <a:ext cx="1188720" cy="11887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207008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9572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En revue</a:t>
            </a:r>
          </a:p>
        </p:txBody>
      </p:sp>
      <p:sp>
        <p:nvSpPr>
          <p:cNvPr id="13" name="Oval 12"/>
          <p:cNvSpPr/>
          <p:nvPr/>
        </p:nvSpPr>
        <p:spPr>
          <a:xfrm>
            <a:off x="4617720" y="1207008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207008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9572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Approuvé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1207008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207008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9572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Libéré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15087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15087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5087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9260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🔄 Corrections demandées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26517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59E0B"/>
                </a:solidFill>
                <a:latin typeface="Calibri"/>
              </a:rPr>
              <a:t>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29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Gates selon IPR (G × O × D)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IPR ≤ 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794760"/>
            <a:ext cx="6766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→  Gate BT uniquement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42232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IPR 41–100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142232"/>
            <a:ext cx="6766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→  BT + Approbation Qualité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89704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IPR &gt;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489704"/>
            <a:ext cx="6766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→  BT + Qualité + Validation Direction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DIT — Instructions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Un document par opération, généré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GAMME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GAMME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78308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39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Op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39"/>
            <a:ext cx="868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Réception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8424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874519"/>
            <a:ext cx="146304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920239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DIT-010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9191"/>
            <a:ext cx="178308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24911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Op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24911"/>
            <a:ext cx="868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Nettoyage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78892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679191"/>
            <a:ext cx="146304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724911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DIT-020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83863"/>
            <a:ext cx="178308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529583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Op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529583"/>
            <a:ext cx="868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Métallisation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9359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483863"/>
            <a:ext cx="146304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529583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DIT-030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188720"/>
            <a:ext cx="420624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129844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📄 Contenu d'un 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664208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Code et titre de l'instruction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066544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Révision + Rédigé par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468880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EPI requis (gants, lunettes…)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871216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Outillage nécessaire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273552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Étapes numérotées avec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675888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points de vigilance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4078224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Critères d'acceptation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480560"/>
            <a:ext cx="3794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Notes de sécurité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17720"/>
            <a:ext cx="30175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645152"/>
            <a:ext cx="3017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🤖 Généré par IA en 1 clic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Gestion de la base de références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Toutes vos références qualité en un seul endroit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517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3B82F6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6304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Catégories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188720"/>
            <a:ext cx="26517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234440"/>
            <a:ext cx="1097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10B981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Références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6517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1097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46304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Onglets/réf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670048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📋 Métadonnées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94436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Statut, approbateur, dimensions,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651760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1" y="2670048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AMDEC Produit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94436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Modes de défaillance éditable + IPR calculé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1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832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AMDEC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657599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Défaillances process, paramètres clés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3364991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6631" y="33832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Gamme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1" y="3657599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Opérations + temps total calculé automatiquement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78224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096511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📄 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370832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Instructions de travail par opération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4078224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1" y="4096511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⚙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1" y="4370832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Modifier statut, supprimer avec sauvegarde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Architecture multi-catégories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Chaque secteur métier est un espace isolé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0116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 i="0">
                <a:solidFill>
                  <a:srgbClr val="3B82F6"/>
                </a:solidFill>
                <a:latin typeface="Calibri"/>
              </a:rPr>
              <a:t>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Couches
Minces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737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Glace saphir + dépôts
CN, AR, PVD, DLC…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1234440"/>
            <a:ext cx="20116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3258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 i="0">
                <a:solidFill>
                  <a:srgbClr val="10B981"/>
                </a:solidFill>
                <a:latin typeface="Calibri"/>
              </a:rPr>
              <a:t>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01168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Glace
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606040"/>
            <a:ext cx="1737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Glace saphir/minéral
sans traitement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18304" y="1234440"/>
            <a:ext cx="20116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13258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 i="0">
                <a:solidFill>
                  <a:srgbClr val="F59E0B"/>
                </a:solidFill>
                <a:latin typeface="Calibri"/>
              </a:rP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01168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Céramique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606040"/>
            <a:ext cx="1737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Pièces céramique
Zircone, Alumine…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94576" y="1234440"/>
            <a:ext cx="20116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13258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 i="0">
                <a:solidFill>
                  <a:srgbClr val="94A3B8"/>
                </a:solidFill>
                <a:latin typeface="Calibri"/>
              </a:rPr>
              <a:t>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01168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94A3B8"/>
                </a:solidFill>
                <a:latin typeface="Calibri"/>
              </a:rPr>
              <a:t>Aéronautique
(à venir)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606040"/>
            <a:ext cx="17373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Pièces métal/composite
AMS, NADCAP…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841248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813048"/>
            <a:ext cx="813815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config.json de la catégorie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96512"/>
            <a:ext cx="8138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Critères similarité &amp; poids  ·  Vocabulaire (types, matières, traitements)  ·  Prompt expert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07408"/>
            <a:ext cx="8138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Ajouter une catégorie = créer un dossier + 1 fichier config.json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Ce qui est fait et ce qui arrive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9319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Déjà disponible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✓  Génération AMDEC + Gamme par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✓  Variantes multi-articles (3 appels pour 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23744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✓  Import plan technique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53512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✓  Workflow de validation avec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✓  DIT par opération (génération 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13048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✓  Import Excel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42816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✓  Sauvegarde automatique quotidienne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188720"/>
            <a:ext cx="39319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29844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🚧  Prochaines étapes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664208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→  Export DIT en PDF imprimable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093976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→  Notifications email (workflow)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523744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→  Multi-tenant (plusieurs entreprises)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953512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→  Connecteur ERP SAP / Infor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38328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→  Produits composites automatiques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13048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→  Tableau de bord analytique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242816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→  Application mobile (consultation)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⌚  Qual.IA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229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1">
                <a:solidFill>
                  <a:srgbClr val="10B981"/>
                </a:solidFill>
                <a:latin typeface="Calibri"/>
              </a:rPr>
              <a:t>Automatisez votre qualité. Gardez l'expertise.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6400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🤖  Développé avec Claude API (Anthropic)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6400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💼  Logiciel SaaS — licence mensuelle par entreprise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6400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🌍  Compatible tous secteurs industriels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40"/>
            <a:ext cx="6400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📅  Démo disponible sur rendez-vous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389120"/>
            <a:ext cx="115214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4416552"/>
            <a:ext cx="11521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ISO 9001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4389120"/>
            <a:ext cx="822959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4416552"/>
            <a:ext cx="822959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AMDEC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389120"/>
            <a:ext cx="822959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7952" y="4416552"/>
            <a:ext cx="822959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Gamme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4389120"/>
            <a:ext cx="603503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2" y="4416552"/>
            <a:ext cx="603503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389120"/>
            <a:ext cx="115214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4416552"/>
            <a:ext cx="11521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